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40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200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Truck Management System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2578064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POS application for modern food truck operations</a:t>
            </a:r>
          </a:p>
          <a:p>
            <a:pPr marL="0" indent="0" algn="ctr">
              <a:buNone/>
            </a:pPr>
            <a:r>
              <a:rPr lang="en-US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simulate real-world business workflow</a:t>
            </a:r>
            <a:endParaRPr lang="en-US" sz="1800" i="1" dirty="0">
              <a:solidFill>
                <a:srgbClr val="93C5F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20040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Noemi Delgadillo Roldan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Scholas  |  Accenture / PeopleShores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078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664208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order management — errors during peak hours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on product availability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expense tracking — time-consuming and error-prone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sales data or business insights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24528" y="23774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937760" y="100584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37760" y="1005840"/>
            <a:ext cx="384048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515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1078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120640" y="1664208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POS — orders created and tracked in real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availability toggle for menu items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expense tracking with categories and reports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with charts and business insights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8060" y="778762"/>
            <a:ext cx="8722584" cy="2741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08060" y="3657600"/>
            <a:ext cx="210312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3075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3730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65760" y="41605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· Recharts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414548" y="3657600"/>
            <a:ext cx="2103120" cy="12801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73075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63240" y="3730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2592126" y="41605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· JWT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627662" y="3657600"/>
            <a:ext cx="210312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4752" y="373075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63102" y="3730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844996" y="41605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+ 3 views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827524" y="3657600"/>
            <a:ext cx="2103120" cy="12801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118" y="3730752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529224" y="3730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Layer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7005102" y="41605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PaymentIntent</a:t>
            </a: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flow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PCI-compliant payment handling (test environment)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645BB47-D54C-C615-5E6F-5A7F768FC7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7583" y="851911"/>
            <a:ext cx="4798618" cy="26670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657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running locally</a:t>
            </a:r>
          </a:p>
          <a:p>
            <a:pPr marL="0" indent="0" algn="ctr">
              <a:buNone/>
            </a:pPr>
            <a:r>
              <a:rPr lang="en-US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 (frontend, backend, database, payments)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|  Port 8081          </a:t>
            </a: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|  Port 3000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731520" cy="1645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55448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600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 for admin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(orders, revenue, expenses)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9601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154680" y="960120"/>
            <a:ext cx="731520" cy="1645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55448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023360" y="1600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with notes per item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Stripe payment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0760" y="9601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80760" y="960120"/>
            <a:ext cx="73152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554480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9440" y="1600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&amp; updates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modal for staff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28600" y="292608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228600" y="2926080"/>
            <a:ext cx="731520" cy="1645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520440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Management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97280" y="3566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availability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 (admin)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54680" y="292608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154680" y="2926080"/>
            <a:ext cx="731520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520440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023360" y="3566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costs by category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 only)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80760" y="292608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080760" y="2926080"/>
            <a:ext cx="731520" cy="1645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520440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949440" y="3566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charts &amp; trends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items analysis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058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7592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3327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 for Cart State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41732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actions: ADD_ITEM, REMOVE_ITEM, UPDATE_QUANTITY, CLEAR_CART   ·   All cart logic centralized in cartReducer.ts — predictable &amp; testable   ·   Notes per item tracked in cart state   ·   No Redux needed — built-in React hook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2286000"/>
            <a:ext cx="10058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33472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5915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Views for Reporting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74320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database views: daily_sales, monthly_expenses, popular_items   ·   Aggregation in DB — faster than computing in Java or JavaScript   ·   Mapped as @Immutable JPA entities with composite keys (@IdClass)   ·   Feeds Reports page charts (BarChart, PieChart, LineChart)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74320" y="3611880"/>
            <a:ext cx="1005840" cy="1188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59352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685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PaymentIntent Flow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40690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creates PaymentIntent — card data never touches our server   ·   clientSecret returned to frontend securely   ·   Stripe.js CardElement handles PCI-compliant card input   ·   PCI-DSS compliant by design — test mode for demo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Local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05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10332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/api/auth/login with credentials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Backend validates &amp; generates JWT token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JWT stored securely in localStorage (frontend)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Bearer token sent on every API request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Spring Security validates on each request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401 Unauthorized → frontend redirects to login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1148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0058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0332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3931920" cy="301752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— CRUD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— Create &amp; 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Expenses &amp;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3E507B-3CAF-707F-9A5E-2F6927C82948}"/>
              </a:ext>
            </a:extLst>
          </p:cNvPr>
          <p:cNvGrpSpPr/>
          <p:nvPr/>
        </p:nvGrpSpPr>
        <p:grpSpPr>
          <a:xfrm>
            <a:off x="137840" y="1188720"/>
            <a:ext cx="2834640" cy="3474720"/>
            <a:chOff x="274320" y="1188720"/>
            <a:chExt cx="2834640" cy="3474720"/>
          </a:xfrm>
        </p:grpSpPr>
        <p:sp>
          <p:nvSpPr>
            <p:cNvPr id="5" name="Shape 3"/>
            <p:cNvSpPr/>
            <p:nvPr/>
          </p:nvSpPr>
          <p:spPr>
            <a:xfrm>
              <a:off x="274320" y="1188720"/>
              <a:ext cx="2834640" cy="3474720"/>
            </a:xfrm>
            <a:prstGeom prst="rect">
              <a:avLst/>
            </a:prstGeom>
            <a:solidFill>
              <a:srgbClr val="1D4ED8">
                <a:alpha val="80000"/>
              </a:srgbClr>
            </a:solidFill>
            <a:ln w="12700">
              <a:solidFill>
                <a:srgbClr val="0EA5E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274320" y="1280160"/>
              <a:ext cx="283464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EA5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3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11480" y="1965960"/>
              <a:ext cx="2560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JPA Validation Errors</a:t>
              </a:r>
              <a:endParaRPr lang="en-US" sz="13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822960" y="2514600"/>
              <a:ext cx="1737360" cy="45720"/>
            </a:xfrm>
            <a:prstGeom prst="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411480" y="2651760"/>
              <a:ext cx="256032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Transaction failures taught me to align frontend and backend validation constraints from the start — seed data must also respect all entity constraints.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B1488E-CE59-B37F-74DD-DE8CC32BE935}"/>
              </a:ext>
            </a:extLst>
          </p:cNvPr>
          <p:cNvGrpSpPr/>
          <p:nvPr/>
        </p:nvGrpSpPr>
        <p:grpSpPr>
          <a:xfrm>
            <a:off x="3187432" y="1188720"/>
            <a:ext cx="2834640" cy="3474720"/>
            <a:chOff x="3337560" y="1188720"/>
            <a:chExt cx="2834640" cy="3474720"/>
          </a:xfrm>
        </p:grpSpPr>
        <p:sp>
          <p:nvSpPr>
            <p:cNvPr id="10" name="Shape 8"/>
            <p:cNvSpPr/>
            <p:nvPr/>
          </p:nvSpPr>
          <p:spPr>
            <a:xfrm>
              <a:off x="3337560" y="1188720"/>
              <a:ext cx="2834640" cy="3474720"/>
            </a:xfrm>
            <a:prstGeom prst="rect">
              <a:avLst/>
            </a:prstGeom>
            <a:solidFill>
              <a:srgbClr val="1D4ED8">
                <a:alpha val="80000"/>
              </a:srgbClr>
            </a:solidFill>
            <a:ln w="12700">
              <a:solidFill>
                <a:srgbClr val="0EA5E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337560" y="1280160"/>
              <a:ext cx="283464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EA5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3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474720" y="1965960"/>
              <a:ext cx="2560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Secrets in Source Control</a:t>
              </a:r>
              <a:endParaRPr lang="en-US" sz="13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886200" y="2514600"/>
              <a:ext cx="1737360" cy="45720"/>
            </a:xfrm>
            <a:prstGeom prst="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3474720" y="2651760"/>
              <a:ext cx="256032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Accidentally committing a Stripe secret key — GitHub's push protection blocked it. Learned to use environment variables and .gitignore from day one.</a:t>
              </a:r>
              <a:endParaRPr lang="en-US" sz="11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9FC1506-F70D-0496-EFCD-A56C4F615113}"/>
              </a:ext>
            </a:extLst>
          </p:cNvPr>
          <p:cNvGrpSpPr/>
          <p:nvPr/>
        </p:nvGrpSpPr>
        <p:grpSpPr>
          <a:xfrm>
            <a:off x="6175608" y="1188720"/>
            <a:ext cx="2834640" cy="3474720"/>
            <a:chOff x="6400800" y="1188720"/>
            <a:chExt cx="2834640" cy="3474720"/>
          </a:xfrm>
        </p:grpSpPr>
        <p:sp>
          <p:nvSpPr>
            <p:cNvPr id="15" name="Shape 13"/>
            <p:cNvSpPr/>
            <p:nvPr/>
          </p:nvSpPr>
          <p:spPr>
            <a:xfrm>
              <a:off x="6400800" y="1188720"/>
              <a:ext cx="2834640" cy="3474720"/>
            </a:xfrm>
            <a:prstGeom prst="rect">
              <a:avLst/>
            </a:prstGeom>
            <a:solidFill>
              <a:srgbClr val="1D4ED8">
                <a:alpha val="80000"/>
              </a:srgbClr>
            </a:solidFill>
            <a:ln w="12700">
              <a:solidFill>
                <a:srgbClr val="0EA5E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6400800" y="1280160"/>
              <a:ext cx="283464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EA5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3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537960" y="1965960"/>
              <a:ext cx="2560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 First Development Approach</a:t>
              </a:r>
              <a:endParaRPr lang="en-US" sz="13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949440" y="2514600"/>
              <a:ext cx="1737360" cy="45720"/>
            </a:xfrm>
            <a:prstGeom prst="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6537960" y="2651760"/>
              <a:ext cx="256032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Building and testing the API before the frontend saved significant rework. TypeScript interfaces kept frontend-backend contracts aligned throughout.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D4ED8">
              <a:alpha val="50000"/>
            </a:srgbClr>
          </a:solidFill>
          <a:ln w="12700">
            <a:solidFill>
              <a:srgbClr val="1D4E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286000"/>
            <a:ext cx="3657600" cy="3657600"/>
          </a:xfrm>
          <a:prstGeom prst="ellipse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274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752752"/>
            <a:ext cx="7315200" cy="50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346432"/>
            <a:ext cx="3657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Noemi Delgadillo Roldan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Scholas  |  Accenture / PeopleShores  |  April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Truck Management 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592</Words>
  <Application>Microsoft Office PowerPoint</Application>
  <PresentationFormat>On-screen Show (16:9)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Truck Management System</dc:title>
  <dc:subject>PptxGenJS Presentation</dc:subject>
  <dc:creator>Noemi Delgadillo Roldan</dc:creator>
  <cp:lastModifiedBy>Noemi Roldan</cp:lastModifiedBy>
  <cp:revision>3</cp:revision>
  <dcterms:created xsi:type="dcterms:W3CDTF">2026-04-21T14:03:04Z</dcterms:created>
  <dcterms:modified xsi:type="dcterms:W3CDTF">2026-04-21T15:12:12Z</dcterms:modified>
</cp:coreProperties>
</file>